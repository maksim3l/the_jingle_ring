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</p:sldMasterIdLst>
  <p:notesMasterIdLst>
    <p:notesMasterId r:id="rId10"/>
  </p:notesMasterIdLst>
  <p:handoutMasterIdLst>
    <p:handoutMasterId r:id="rId11"/>
  </p:handoutMasterIdLst>
  <p:sldIdLst>
    <p:sldId id="259" r:id="rId5"/>
    <p:sldId id="260" r:id="rId6"/>
    <p:sldId id="264" r:id="rId7"/>
    <p:sldId id="265" r:id="rId8"/>
    <p:sldId id="266" r:id="rId9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321">
          <p15:clr>
            <a:srgbClr val="A4A3A4"/>
          </p15:clr>
        </p15:guide>
        <p15:guide id="5" pos="3839">
          <p15:clr>
            <a:srgbClr val="A4A3A4"/>
          </p15:clr>
        </p15:guide>
        <p15:guide id="6" pos="1007">
          <p15:clr>
            <a:srgbClr val="A4A3A4"/>
          </p15:clr>
        </p15:guide>
        <p15:guide id="7" pos="717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8" autoAdjust="0"/>
    <p:restoredTop sz="94660"/>
  </p:normalViewPr>
  <p:slideViewPr>
    <p:cSldViewPr showGuides="1">
      <p:cViewPr varScale="1">
        <p:scale>
          <a:sx n="79" d="100"/>
          <a:sy n="79" d="100"/>
        </p:scale>
        <p:origin x="710" y="72"/>
      </p:cViewPr>
      <p:guideLst>
        <p:guide orient="horz" pos="2160"/>
        <p:guide orient="horz" pos="1008"/>
        <p:guide orient="horz" pos="3888"/>
        <p:guide orient="horz" pos="321"/>
        <p:guide pos="3839"/>
        <p:guide pos="1007"/>
        <p:guide pos="717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howGuides="1">
      <p:cViewPr varScale="1">
        <p:scale>
          <a:sx n="76" d="100"/>
          <a:sy n="76" d="100"/>
        </p:scale>
        <p:origin x="3264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B7646E-8811-423A-9C42-2CBFADA00A96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360E59-1627-4404-ACC5-51C744AB0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2254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677E230-58DD-43ED-96A1-552DDAB53532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841221E5-7225-48EB-A4EE-420E7BFCF70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6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074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ltGray"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8669" y="1600200"/>
            <a:ext cx="8329031" cy="2680127"/>
          </a:xfrm>
          <a:noFill/>
          <a:effectLst>
            <a:softEdge rad="31750"/>
          </a:effectLst>
        </p:spPr>
        <p:txBody>
          <a:bodyPr anchor="b">
            <a:no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28669" y="4344915"/>
            <a:ext cx="7516442" cy="11160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699025" y="6356351"/>
            <a:ext cx="121888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253C03-C60F-4FF5-BBBF-078D44B72E7D}" type="datetime1">
              <a:rPr lang="en-US" smtClean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114708" y="6356351"/>
            <a:ext cx="397406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85571" y="6356351"/>
            <a:ext cx="60944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988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40BF0-453F-47A9-9012-5AED3B22E7A1}" type="datetime1">
              <a:rPr lang="en-US" smtClean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529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613" y="1600201"/>
            <a:ext cx="8283272" cy="2654064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8613" y="4259996"/>
            <a:ext cx="7264623" cy="115020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32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F6906E3-B742-4986-90B6-990F07048832}" type="datetime1">
              <a:rPr lang="en-US" smtClean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911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4814586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61651" y="1600200"/>
            <a:ext cx="4814586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A372C-B131-4034-B61F-BCF761990A4F}" type="datetime1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40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3436" y="1499616"/>
            <a:ext cx="4818888" cy="93878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93436" y="2514706"/>
            <a:ext cx="4814586" cy="365749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9524" y="1499616"/>
            <a:ext cx="4818888" cy="93878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9524" y="2514600"/>
            <a:ext cx="4818888" cy="365556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70B50-D705-4567-8892-606DA8DDC082}" type="datetime1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950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93B8A-AC5E-448D-90F1-5F90DC8C0860}" type="datetime1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679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D0D57-1DF2-4CE0-A88F-4398D994BF4C}" type="datetime1">
              <a:rPr lang="en-US" smtClean="0"/>
              <a:t>12/15/2025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lang="en-US" smtClean="0"/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178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6098"/>
            <a:ext cx="1218882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598612" y="381000"/>
            <a:ext cx="3293422" cy="1371600"/>
          </a:xfrm>
        </p:spPr>
        <p:txBody>
          <a:bodyPr anchor="b">
            <a:normAutofit/>
          </a:bodyPr>
          <a:lstStyle>
            <a:lvl1pPr algn="l">
              <a:defRPr sz="2800" b="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598612" y="1828800"/>
            <a:ext cx="3293422" cy="43434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32426" y="482600"/>
            <a:ext cx="6195986" cy="56896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11A79-789F-42C6-A798-E2703A37BA23}" type="datetime1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899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5103812" y="0"/>
            <a:ext cx="6324601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6718" y="381000"/>
            <a:ext cx="3293422" cy="1371600"/>
          </a:xfrm>
        </p:spPr>
        <p:txBody>
          <a:bodyPr anchor="b">
            <a:normAutofit/>
          </a:bodyPr>
          <a:lstStyle>
            <a:lvl1pPr algn="l">
              <a:defRPr sz="2800" b="0" cap="all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 bwMode="auto">
          <a:xfrm>
            <a:off x="5232426" y="482600"/>
            <a:ext cx="6043586" cy="5689600"/>
          </a:xfrm>
          <a:ln w="19050">
            <a:solidFill>
              <a:schemeClr val="bg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16718" y="1828800"/>
            <a:ext cx="3293422" cy="43434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74BA6-2CAA-43FD-B6CB-325C80A91D3E}" type="datetime1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038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56D9D-9483-42E7-8CD7-15EDE1A4DDC4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161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9612" y="685800"/>
            <a:ext cx="1787526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98613" y="685800"/>
            <a:ext cx="7848599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D5F10-92B8-46C7-A107-1CF6EB1C2F18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294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3436" y="1600200"/>
            <a:ext cx="9782801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80250" y="6316091"/>
            <a:ext cx="12188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tx1"/>
                </a:solidFill>
              </a:defRPr>
            </a:lvl1pPr>
          </a:lstStyle>
          <a:p>
            <a:fld id="{0D141A01-0FF1-467E-B344-8F7D0706474A}" type="datetime1">
              <a:rPr lang="en-US" smtClean="0"/>
              <a:pPr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5933" y="6316091"/>
            <a:ext cx="39740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6796" y="6316091"/>
            <a:ext cx="6094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cap="all" baseline="0">
                <a:solidFill>
                  <a:schemeClr val="tx1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629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46888" indent="-246888" algn="l" defTabSz="914400" rtl="0" eaLnBrk="1" latinLnBrk="0" hangingPunct="1">
        <a:lnSpc>
          <a:spcPct val="90000"/>
        </a:lnSpc>
        <a:spcBef>
          <a:spcPts val="1400"/>
        </a:spcBef>
        <a:buFont typeface="Euphemia" pitchFamily="34" charset="0"/>
        <a:buChar char="›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126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9784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344168" indent="-24688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70992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07568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4414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8072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17296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3839" userDrawn="1">
          <p15:clr>
            <a:srgbClr val="F26B43"/>
          </p15:clr>
        </p15:guide>
        <p15:guide id="2" pos="1007" userDrawn="1">
          <p15:clr>
            <a:srgbClr val="F26B43"/>
          </p15:clr>
        </p15:guide>
        <p15:guide id="3" pos="719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Jingle Ring</a:t>
            </a:r>
            <a:br>
              <a:rPr lang="en-US" dirty="0"/>
            </a:br>
            <a:r>
              <a:rPr lang="en-US" sz="3600" dirty="0"/>
              <a:t>by Longshot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a.k.a.Maksim</a:t>
            </a:r>
            <a:r>
              <a:rPr lang="en-US" dirty="0"/>
              <a:t> </a:t>
            </a:r>
            <a:r>
              <a:rPr lang="en-US" dirty="0" err="1"/>
              <a:t>Loknar</a:t>
            </a:r>
            <a:r>
              <a:rPr lang="en-US" dirty="0"/>
              <a:t> in Žan Jagodič</a:t>
            </a:r>
          </a:p>
        </p:txBody>
      </p:sp>
    </p:spTree>
    <p:extLst>
      <p:ext uri="{BB962C8B-B14F-4D97-AF65-F5344CB8AC3E}">
        <p14:creationId xmlns:p14="http://schemas.microsoft.com/office/powerpoint/2010/main" val="49199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Koncept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-Problem:</a:t>
            </a:r>
          </a:p>
          <a:p>
            <a:pPr marL="0" lvl="0" indent="0">
              <a:buNone/>
            </a:pPr>
            <a:r>
              <a:rPr lang="en-US" dirty="0"/>
              <a:t> 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endParaRPr lang="en-US"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859C096-51F2-BDC2-71B0-E1988EB93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4132" y="1700808"/>
            <a:ext cx="7230484" cy="9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498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8F63E-95EE-2A9C-D757-BFA94F60F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1FF16C4-BD55-83E1-0D10-210C0A86A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Koncept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722A9D-D3C0-91EE-0978-A17C22362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-</a:t>
            </a:r>
            <a:r>
              <a:rPr lang="en-US" dirty="0" err="1"/>
              <a:t>Rešitev</a:t>
            </a:r>
            <a:r>
              <a:rPr lang="en-US" dirty="0"/>
              <a:t>:</a:t>
            </a:r>
          </a:p>
          <a:p>
            <a:pPr marL="0" lvl="0" indent="0">
              <a:buNone/>
            </a:pPr>
            <a:r>
              <a:rPr lang="en-US" dirty="0"/>
              <a:t> 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endParaRPr lang="en-US"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C4B98065-7B0E-CB19-2EB0-69A8FD82F4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2012" y="188641"/>
            <a:ext cx="3392759" cy="3392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I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D5A98C45-1CC9-5FA1-1A67-A4AF9144366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2013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I"/>
          </a:p>
        </p:txBody>
      </p:sp>
      <p:pic>
        <p:nvPicPr>
          <p:cNvPr id="6" name="Picture 5" descr="A cartoon of a person jumping on a dog&#10;&#10;AI-generated content may be incorrect.">
            <a:extLst>
              <a:ext uri="{FF2B5EF4-FFF2-40B4-BE49-F238E27FC236}">
                <a16:creationId xmlns:a16="http://schemas.microsoft.com/office/drawing/2014/main" id="{CF18FB47-3DE1-2E84-3392-1E5A6DBAD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228" y="1763596"/>
            <a:ext cx="7054315" cy="4000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652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E2783-2622-D994-30AA-757ED02BC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234C9F9-5F0D-C558-8A44-8624FFF93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Interpretacija</a:t>
            </a:r>
            <a:r>
              <a:rPr lang="en-US" dirty="0"/>
              <a:t> </a:t>
            </a:r>
            <a:r>
              <a:rPr lang="en-US" dirty="0" err="1"/>
              <a:t>teme</a:t>
            </a:r>
            <a:r>
              <a:rPr lang="en-US" dirty="0"/>
              <a:t>: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A29FA86-8001-65F0-62E3-2C248B96D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-Zima </a:t>
            </a:r>
            <a:r>
              <a:rPr lang="en-US" dirty="0" err="1"/>
              <a:t>prihaja</a:t>
            </a:r>
            <a:r>
              <a:rPr lang="en-US" dirty="0"/>
              <a:t> in z </a:t>
            </a:r>
            <a:r>
              <a:rPr lang="en-US" dirty="0" err="1"/>
              <a:t>njo</a:t>
            </a:r>
            <a:r>
              <a:rPr lang="en-US" dirty="0"/>
              <a:t> </a:t>
            </a:r>
            <a:r>
              <a:rPr lang="en-US" dirty="0" err="1"/>
              <a:t>prazniki</a:t>
            </a:r>
            <a:endParaRPr lang="en-US" i="1" dirty="0">
              <a:solidFill>
                <a:schemeClr val="tx1"/>
              </a:solidFill>
            </a:endParaRPr>
          </a:p>
          <a:p>
            <a:pPr marL="0" lvl="0" indent="0">
              <a:buNone/>
            </a:pPr>
            <a:r>
              <a:rPr lang="en-US" i="1" dirty="0">
                <a:solidFill>
                  <a:schemeClr val="tx1"/>
                </a:solidFill>
              </a:rPr>
              <a:t>-Pariah Scary</a:t>
            </a:r>
          </a:p>
          <a:p>
            <a:pPr marL="0" lvl="0" indent="0">
              <a:buNone/>
            </a:pPr>
            <a:r>
              <a:rPr lang="en-US" i="1" dirty="0">
                <a:solidFill>
                  <a:schemeClr val="tx1"/>
                </a:solidFill>
              </a:rPr>
              <a:t>-Henry the rabbit</a:t>
            </a:r>
          </a:p>
          <a:p>
            <a:pPr marL="0" lvl="0" indent="0">
              <a:buNone/>
            </a:pPr>
            <a:r>
              <a:rPr lang="en-US" dirty="0"/>
              <a:t> 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endParaRPr lang="en-US"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0B5F50D3-4268-8A0F-CCC8-4483505F0B7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2012" y="188641"/>
            <a:ext cx="3392759" cy="3392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I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EA981602-ACD2-6028-6690-F30A66B4ED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2013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754743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C4D0B-14E2-22B3-8329-F7BF5B84B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D4A28F37-D090-60EB-F672-297A0129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Ključne</a:t>
            </a:r>
            <a:r>
              <a:rPr lang="en-US" dirty="0"/>
              <a:t> </a:t>
            </a:r>
            <a:r>
              <a:rPr lang="en-US" dirty="0" err="1"/>
              <a:t>mehanike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44315889-0184-73A6-5B17-8C7286FD3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-</a:t>
            </a:r>
            <a:r>
              <a:rPr lang="en-US" dirty="0" err="1"/>
              <a:t>Nasilje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-</a:t>
            </a:r>
            <a:r>
              <a:rPr lang="en-US" dirty="0" err="1"/>
              <a:t>ogledovanje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-</a:t>
            </a:r>
            <a:r>
              <a:rPr lang="en-US" dirty="0" err="1"/>
              <a:t>izomikanje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endParaRPr lang="en-US"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8A48BFCA-0D4C-D72E-E2A2-6D0D007B28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2012" y="188641"/>
            <a:ext cx="3392759" cy="3392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I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1045E65A-4BE0-7BCF-C484-8153EBBE3E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2013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2289569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Snowflakes design templat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nowflakes design slides.potx" id="{DEE1F0AD-706A-4F4C-823D-ADFE5851E3EA}" vid="{52425298-8660-4232-B133-1A88C14B38E6}"/>
    </a:ext>
  </a:extLst>
</a:theme>
</file>

<file path=ppt/theme/theme2.xml><?xml version="1.0" encoding="utf-8"?>
<a:theme xmlns:a="http://schemas.openxmlformats.org/drawingml/2006/main" name="Office Them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Props1.xml><?xml version="1.0" encoding="utf-8"?>
<ds:datastoreItem xmlns:ds="http://schemas.openxmlformats.org/officeDocument/2006/customXml" ds:itemID="{3E783485-1103-4BBC-98A1-D39A248154C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8853CD7-B1C6-4FDD-B6D0-92A83B857D3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915ED37-D514-41C3-9B3C-B262145D17B7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40262f94-9f35-4ac3-9a90-690165a166b7"/>
    <ds:schemaRef ds:uri="a4f35948-e619-41b3-aa29-22878b09cfd2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Snowflakes design slides</Template>
  <TotalTime>67</TotalTime>
  <Words>54</Words>
  <Application>Microsoft Office PowerPoint</Application>
  <PresentationFormat>Custom</PresentationFormat>
  <Paragraphs>18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Euphemia</vt:lpstr>
      <vt:lpstr>Snowflakes design template</vt:lpstr>
      <vt:lpstr>The Jingle Ring by Longshot</vt:lpstr>
      <vt:lpstr>Koncept</vt:lpstr>
      <vt:lpstr>Koncept</vt:lpstr>
      <vt:lpstr>Interpretacija teme:</vt:lpstr>
      <vt:lpstr>Ključne mehanike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Žan Jagodič</dc:creator>
  <cp:lastModifiedBy>Žan Jagodič</cp:lastModifiedBy>
  <cp:revision>1</cp:revision>
  <dcterms:created xsi:type="dcterms:W3CDTF">2025-12-15T22:14:38Z</dcterms:created>
  <dcterms:modified xsi:type="dcterms:W3CDTF">2025-12-15T23:22:16Z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74067300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